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70" r:id="rId3"/>
    <p:sldId id="258" r:id="rId4"/>
    <p:sldId id="267" r:id="rId5"/>
    <p:sldId id="261" r:id="rId6"/>
    <p:sldId id="268" r:id="rId7"/>
    <p:sldId id="259" r:id="rId8"/>
    <p:sldId id="269" r:id="rId9"/>
    <p:sldId id="266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08"/>
  </p:normalViewPr>
  <p:slideViewPr>
    <p:cSldViewPr snapToGrid="0" snapToObjects="1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3729-3ED7-E740-B3E8-76C16BB62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63406-B00B-F347-9237-989A4E244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31A3A-3B24-9E4A-A9C5-B0C1B6A4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935F7-4580-D74F-AC0F-C8F45BA4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4214D-5371-E947-9B6C-15221D33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9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5F1D-495D-6743-B420-CCC01E33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A94C1-06CB-0848-A131-65C1C66E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4BF1-5A0E-304B-84A4-BE36A2C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9C48F-214F-094E-988D-E6014DFA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5472-B748-8F4E-BB66-6A5235FB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9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D27-CBA3-5045-BDD0-6CAB2DF0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6BAC3-F10D-3749-86F2-FEE3F6B0F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5D71-9FDA-4A41-B66B-18BE39E3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83191-B7A2-5941-AEC5-B660A361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098CD-5D76-5940-B5BA-CD0C369C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8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B5B8-8137-0144-B1F6-CCD2EFDB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9FBA-41C0-3145-A676-42C18D088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AFB4-97AC-EB43-9FDC-CF15178C4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DD7E5-C6C5-7047-B33D-0F37D3E4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51373-84B1-AB4D-BF28-6F8A9301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6D525-0CF2-2344-ABC2-24F26FD9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8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BE3D-8210-4648-86D2-9AB233E3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BD2B5-E971-6D42-BC95-B1A0B8CA4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92C74-ACD3-9447-8538-0EC60BAEC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3C296-7446-1844-BD1C-C1937A79D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9F9BB-FC8F-004D-96E2-C407B9B79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ABBAA-3EBF-3745-9714-75718339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9E66-1AAD-D248-AC25-3D5CF6F5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931A7-E681-3945-9142-7423448D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8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50FD-3920-854F-B707-D264D0EE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B3084-CC54-8241-B176-9181F850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004FF-E35C-2946-B46B-139290A3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07FA0-7728-3A4D-A6D8-CA5A9FD0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3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EFEED-A525-2C46-8133-996AD9D4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E132E-31CF-924D-9F9E-4EA4419A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D16A4-F815-D94A-AF4E-30CAF3D3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1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3A9F-7DA7-5A4A-AA66-FAB70ED9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F0507-6D97-1C43-A4A1-4E35010A1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BC3E3-BC60-C54B-A8F9-65CD36ED5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8B83C-6F08-9840-8251-E7669E57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9C726-B270-FC46-873D-35DC7A51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C8181-A9D6-9640-B392-D7CD017D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7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E52C-D8CA-744D-A72F-645C01D3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D2C01-DB8A-E84D-A5D3-D1297DE2B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5A05C-5A5F-0543-A49D-B493283A5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74C04-2343-B042-8727-3033CECA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0D4F5-34EC-FC48-AF40-4E581B91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AE6F2-948A-E44D-A5D3-7F623D6E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2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FBAA-E8F1-F84D-BFFE-BA30D9A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E7BD0-B7BC-CC40-A780-5BD40EFCA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5AB52-E264-0E4C-AB0E-D3D83B9F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AFF48-6E3C-0D44-B7A8-A4793CC2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729D9-E12A-7C46-BDC7-548F3CAD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6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6E366-EEB9-6741-9224-1C8B37094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E6E62-ACD2-DB48-A199-9FCF5A085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D0E2C-1404-C144-8C37-ED41C9B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F250-CB52-0448-9C7F-417FF038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39C53-8C92-FF4D-8396-B12C7744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1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7AD8F-7015-C84B-B1C2-4E5E483C2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88E44-384E-8E49-A8E4-E78E5AEEF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D7880-8CA6-1646-B575-3D5ABF433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88EF7-DACF-2647-8605-630975630B6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95210-E4DF-0A4B-9B5D-27E0561EA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00EF1-FA5D-2644-8A10-694D4EAD0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58A02-E684-B84A-896A-6D0C57CC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9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0AF763-B20D-2C42-B84E-BB574B746039}"/>
              </a:ext>
            </a:extLst>
          </p:cNvPr>
          <p:cNvSpPr/>
          <p:nvPr/>
        </p:nvSpPr>
        <p:spPr>
          <a:xfrm>
            <a:off x="1621536" y="448056"/>
            <a:ext cx="9387840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A2C98-9F13-5E4B-B88E-0BB107226259}"/>
              </a:ext>
            </a:extLst>
          </p:cNvPr>
          <p:cNvSpPr txBox="1"/>
          <p:nvPr/>
        </p:nvSpPr>
        <p:spPr>
          <a:xfrm>
            <a:off x="2478596" y="888115"/>
            <a:ext cx="53522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1" i="1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Costco </a:t>
            </a:r>
          </a:p>
          <a:p>
            <a:pPr algn="r"/>
            <a:r>
              <a:rPr lang="en-US" sz="4400" b="1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Wrapped</a:t>
            </a:r>
            <a:endParaRPr lang="en-US" sz="4400" b="1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5D5F1-BA52-5541-AD8A-FB040A41708C}"/>
              </a:ext>
            </a:extLst>
          </p:cNvPr>
          <p:cNvSpPr txBox="1"/>
          <p:nvPr/>
        </p:nvSpPr>
        <p:spPr>
          <a:xfrm>
            <a:off x="4806654" y="3661522"/>
            <a:ext cx="2998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In 2025, you…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8AD312-D2BC-9442-BD94-7D2002841B51}"/>
              </a:ext>
            </a:extLst>
          </p:cNvPr>
          <p:cNvSpPr/>
          <p:nvPr/>
        </p:nvSpPr>
        <p:spPr>
          <a:xfrm>
            <a:off x="4154583" y="5329238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$$$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7C1EBD-E1B2-814A-A46B-113A45BA5141}"/>
              </a:ext>
            </a:extLst>
          </p:cNvPr>
          <p:cNvSpPr/>
          <p:nvPr/>
        </p:nvSpPr>
        <p:spPr>
          <a:xfrm>
            <a:off x="6205658" y="5329238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## Items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F7514F-6A9F-C940-A00F-BCF03CAEA076}"/>
              </a:ext>
            </a:extLst>
          </p:cNvPr>
          <p:cNvSpPr/>
          <p:nvPr/>
        </p:nvSpPr>
        <p:spPr>
          <a:xfrm>
            <a:off x="2157136" y="5329238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## Times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2C6C09-7D98-3246-839C-DC3F3402789E}"/>
              </a:ext>
            </a:extLst>
          </p:cNvPr>
          <p:cNvSpPr txBox="1"/>
          <p:nvPr/>
        </p:nvSpPr>
        <p:spPr>
          <a:xfrm>
            <a:off x="4154583" y="4743450"/>
            <a:ext cx="178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Spent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03B78-B925-AD4B-862D-3CD512D7872F}"/>
              </a:ext>
            </a:extLst>
          </p:cNvPr>
          <p:cNvSpPr txBox="1"/>
          <p:nvPr/>
        </p:nvSpPr>
        <p:spPr>
          <a:xfrm>
            <a:off x="6199718" y="4743450"/>
            <a:ext cx="1787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Bought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A6121F-D168-CA45-AB3F-EE5998D901D6}"/>
              </a:ext>
            </a:extLst>
          </p:cNvPr>
          <p:cNvSpPr txBox="1"/>
          <p:nvPr/>
        </p:nvSpPr>
        <p:spPr>
          <a:xfrm>
            <a:off x="2157136" y="4743450"/>
            <a:ext cx="1728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Visited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68E381-B98E-7743-B10E-E5FE10A60829}"/>
              </a:ext>
            </a:extLst>
          </p:cNvPr>
          <p:cNvSpPr/>
          <p:nvPr/>
        </p:nvSpPr>
        <p:spPr>
          <a:xfrm>
            <a:off x="8278422" y="5329238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$$$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20DE94-0A45-7B46-A1F5-49EAC75366DE}"/>
              </a:ext>
            </a:extLst>
          </p:cNvPr>
          <p:cNvSpPr txBox="1"/>
          <p:nvPr/>
        </p:nvSpPr>
        <p:spPr>
          <a:xfrm>
            <a:off x="8272482" y="4743450"/>
            <a:ext cx="1787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“Saved”</a:t>
            </a:r>
          </a:p>
        </p:txBody>
      </p:sp>
    </p:spTree>
    <p:extLst>
      <p:ext uri="{BB962C8B-B14F-4D97-AF65-F5344CB8AC3E}">
        <p14:creationId xmlns:p14="http://schemas.microsoft.com/office/powerpoint/2010/main" val="322046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CA22-C422-DEA7-0BB1-1487AD2E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421F56-0F18-CFDB-C0B6-00F8A94782D8}"/>
              </a:ext>
            </a:extLst>
          </p:cNvPr>
          <p:cNvSpPr/>
          <p:nvPr/>
        </p:nvSpPr>
        <p:spPr>
          <a:xfrm>
            <a:off x="1621536" y="448056"/>
            <a:ext cx="9387840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1AE95-158B-87DA-AAA7-2B890846FC26}"/>
              </a:ext>
            </a:extLst>
          </p:cNvPr>
          <p:cNvSpPr txBox="1"/>
          <p:nvPr/>
        </p:nvSpPr>
        <p:spPr>
          <a:xfrm>
            <a:off x="4806654" y="2126637"/>
            <a:ext cx="295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Gas Summary: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582C417-CAAE-1FEE-8C13-A4F1119B0683}"/>
              </a:ext>
            </a:extLst>
          </p:cNvPr>
          <p:cNvSpPr/>
          <p:nvPr/>
        </p:nvSpPr>
        <p:spPr>
          <a:xfrm>
            <a:off x="4154583" y="3794353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$$$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53B5AE-504B-F8EE-AABE-72EB807CACEC}"/>
              </a:ext>
            </a:extLst>
          </p:cNvPr>
          <p:cNvSpPr/>
          <p:nvPr/>
        </p:nvSpPr>
        <p:spPr>
          <a:xfrm>
            <a:off x="6205658" y="3794353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## Items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A7AB80-B994-9B22-2E87-CDBEFAE2B08D}"/>
              </a:ext>
            </a:extLst>
          </p:cNvPr>
          <p:cNvSpPr/>
          <p:nvPr/>
        </p:nvSpPr>
        <p:spPr>
          <a:xfrm>
            <a:off x="2157136" y="3794353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## Times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D9406-E76C-1D59-6105-D1CC406704FC}"/>
              </a:ext>
            </a:extLst>
          </p:cNvPr>
          <p:cNvSpPr txBox="1"/>
          <p:nvPr/>
        </p:nvSpPr>
        <p:spPr>
          <a:xfrm>
            <a:off x="3788229" y="3208565"/>
            <a:ext cx="246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Gallons of Gas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4F7A2-5B8C-7807-9978-11C4C8759528}"/>
              </a:ext>
            </a:extLst>
          </p:cNvPr>
          <p:cNvSpPr txBox="1"/>
          <p:nvPr/>
        </p:nvSpPr>
        <p:spPr>
          <a:xfrm>
            <a:off x="6152030" y="3208565"/>
            <a:ext cx="246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Average $/gal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1696F-4E3B-AC20-3BD8-25C18C876596}"/>
              </a:ext>
            </a:extLst>
          </p:cNvPr>
          <p:cNvSpPr txBox="1"/>
          <p:nvPr/>
        </p:nvSpPr>
        <p:spPr>
          <a:xfrm>
            <a:off x="2157136" y="3208565"/>
            <a:ext cx="1728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Total $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C53347-0DC4-0C85-933C-A2BC02E97870}"/>
              </a:ext>
            </a:extLst>
          </p:cNvPr>
          <p:cNvSpPr/>
          <p:nvPr/>
        </p:nvSpPr>
        <p:spPr>
          <a:xfrm>
            <a:off x="8278422" y="3794353"/>
            <a:ext cx="1787350" cy="4429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$$$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637555-72A4-A693-4495-B946E84706C0}"/>
              </a:ext>
            </a:extLst>
          </p:cNvPr>
          <p:cNvSpPr txBox="1"/>
          <p:nvPr/>
        </p:nvSpPr>
        <p:spPr>
          <a:xfrm>
            <a:off x="7694385" y="3208565"/>
            <a:ext cx="2955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Regional Average</a:t>
            </a:r>
          </a:p>
        </p:txBody>
      </p:sp>
    </p:spTree>
    <p:extLst>
      <p:ext uri="{BB962C8B-B14F-4D97-AF65-F5344CB8AC3E}">
        <p14:creationId xmlns:p14="http://schemas.microsoft.com/office/powerpoint/2010/main" val="270566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E286998-67CF-E546-A437-2B72B01CB88C}"/>
              </a:ext>
            </a:extLst>
          </p:cNvPr>
          <p:cNvSpPr txBox="1"/>
          <p:nvPr/>
        </p:nvSpPr>
        <p:spPr>
          <a:xfrm>
            <a:off x="3941255" y="5017022"/>
            <a:ext cx="4662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_____ was your most frequently purchased Item.</a:t>
            </a:r>
            <a:r>
              <a:rPr lang="en-US" sz="2400" b="1" u="sng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31FDE9-4F69-764A-AEE1-1F474B001875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4DDEB-AC5F-1341-9801-1FDD17193CC5}"/>
              </a:ext>
            </a:extLst>
          </p:cNvPr>
          <p:cNvSpPr txBox="1"/>
          <p:nvPr/>
        </p:nvSpPr>
        <p:spPr>
          <a:xfrm>
            <a:off x="2865120" y="5859909"/>
            <a:ext cx="7668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 bought it ## times but and spent </a:t>
            </a:r>
            <a:r>
              <a:rPr lang="en-US" sz="2400" b="1" u="sng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$$$</a:t>
            </a: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7006D8-2F37-1F04-A81D-20FEFB40803A}"/>
              </a:ext>
            </a:extLst>
          </p:cNvPr>
          <p:cNvSpPr/>
          <p:nvPr/>
        </p:nvSpPr>
        <p:spPr>
          <a:xfrm>
            <a:off x="4408714" y="1513114"/>
            <a:ext cx="3984172" cy="31024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2F1FD-3186-6884-8EDF-60B2B7BEA3C8}"/>
              </a:ext>
            </a:extLst>
          </p:cNvPr>
          <p:cNvSpPr txBox="1"/>
          <p:nvPr/>
        </p:nvSpPr>
        <p:spPr>
          <a:xfrm>
            <a:off x="5203373" y="2782669"/>
            <a:ext cx="2797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of your most frequently purchased Item</a:t>
            </a:r>
          </a:p>
        </p:txBody>
      </p:sp>
    </p:spTree>
    <p:extLst>
      <p:ext uri="{BB962C8B-B14F-4D97-AF65-F5344CB8AC3E}">
        <p14:creationId xmlns:p14="http://schemas.microsoft.com/office/powerpoint/2010/main" val="29525622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4A603D-73D5-0841-A5E9-132821B29D9D}"/>
              </a:ext>
            </a:extLst>
          </p:cNvPr>
          <p:cNvSpPr txBox="1"/>
          <p:nvPr/>
        </p:nvSpPr>
        <p:spPr>
          <a:xfrm>
            <a:off x="3339736" y="4797612"/>
            <a:ext cx="5931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Your largest individual purchase was the Nintendo Switch for  </a:t>
            </a:r>
            <a:r>
              <a:rPr lang="en-US" sz="2400" b="1" u="sng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$399.99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A0B23-C9F1-8548-8F62-1D87AF8D3786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intendo Switch - OLED Model White set">
            <a:extLst>
              <a:ext uri="{FF2B5EF4-FFF2-40B4-BE49-F238E27FC236}">
                <a16:creationId xmlns:a16="http://schemas.microsoft.com/office/drawing/2014/main" id="{278628AA-CBF5-EB4D-96D7-0304FC694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637" y="484572"/>
            <a:ext cx="6985003" cy="397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B7F03B-D258-6D4B-B721-0F323F12988A}"/>
              </a:ext>
            </a:extLst>
          </p:cNvPr>
          <p:cNvSpPr txBox="1"/>
          <p:nvPr/>
        </p:nvSpPr>
        <p:spPr>
          <a:xfrm>
            <a:off x="3596640" y="5783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…About 7 years later than everyone else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290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1803B1-0D72-694C-AA7E-258ED0E67168}"/>
              </a:ext>
            </a:extLst>
          </p:cNvPr>
          <p:cNvSpPr txBox="1"/>
          <p:nvPr/>
        </p:nvSpPr>
        <p:spPr>
          <a:xfrm>
            <a:off x="6912863" y="2847082"/>
            <a:ext cx="45841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Your largest discount was on the Ninja </a:t>
            </a:r>
            <a:r>
              <a:rPr lang="en-US" sz="2400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DualBrew</a:t>
            </a:r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XL Grounds &amp; Pods Hot &amp; Iced Coffee Maker. </a:t>
            </a:r>
          </a:p>
        </p:txBody>
      </p:sp>
      <p:pic>
        <p:nvPicPr>
          <p:cNvPr id="5122" name="Picture 2" descr="Ninja DualBrew XL Grounds &amp; Pods Hot &amp; Iced Coffee Maker | Costco">
            <a:extLst>
              <a:ext uri="{FF2B5EF4-FFF2-40B4-BE49-F238E27FC236}">
                <a16:creationId xmlns:a16="http://schemas.microsoft.com/office/drawing/2014/main" id="{BB2CD7BB-DE9D-0E43-B90B-079757746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7" r="6461" b="4800"/>
          <a:stretch/>
        </p:blipFill>
        <p:spPr bwMode="auto">
          <a:xfrm>
            <a:off x="822936" y="420624"/>
            <a:ext cx="6089928" cy="571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E0585-0B01-FF49-816C-DD2DF5BD9B30}"/>
              </a:ext>
            </a:extLst>
          </p:cNvPr>
          <p:cNvSpPr txBox="1"/>
          <p:nvPr/>
        </p:nvSpPr>
        <p:spPr>
          <a:xfrm>
            <a:off x="6693408" y="4649462"/>
            <a:ext cx="4812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Original Price: $129.99</a:t>
            </a:r>
          </a:p>
          <a:p>
            <a:pPr algn="r"/>
            <a:r>
              <a:rPr lang="en-US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Discount: </a:t>
            </a:r>
            <a:r>
              <a:rPr lang="en-US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$40.00</a:t>
            </a:r>
            <a:r>
              <a:rPr lang="en-US" sz="1800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14E5F-148A-3C42-A27D-83A6C37748D6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6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nlandia Premium Four Cheese Deli Slices 2 lbs | Slopeside">
            <a:extLst>
              <a:ext uri="{FF2B5EF4-FFF2-40B4-BE49-F238E27FC236}">
                <a16:creationId xmlns:a16="http://schemas.microsoft.com/office/drawing/2014/main" id="{F5B03C5B-6F52-7F4E-B8AD-C835FD5E8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2" b="22826"/>
          <a:stretch/>
        </p:blipFill>
        <p:spPr bwMode="auto">
          <a:xfrm>
            <a:off x="1389888" y="490337"/>
            <a:ext cx="4305491" cy="241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irkland Signature Shredded Mexican Style Blend Cheese, 2 x 2.5 lbs | Co-Op  Shopper">
            <a:extLst>
              <a:ext uri="{FF2B5EF4-FFF2-40B4-BE49-F238E27FC236}">
                <a16:creationId xmlns:a16="http://schemas.microsoft.com/office/drawing/2014/main" id="{562BE4C8-4B32-1843-BB29-7F63D9963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6" r="16906"/>
          <a:stretch/>
        </p:blipFill>
        <p:spPr bwMode="auto">
          <a:xfrm>
            <a:off x="8269966" y="108364"/>
            <a:ext cx="2677877" cy="403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.com : LAUGHING COW Mini Babybel Semi-Soft Cheese, Original, 7.5  Ounce (Pack of 12) : Everything Else">
            <a:extLst>
              <a:ext uri="{FF2B5EF4-FFF2-40B4-BE49-F238E27FC236}">
                <a16:creationId xmlns:a16="http://schemas.microsoft.com/office/drawing/2014/main" id="{9A6C146C-55B4-3E4C-A2EC-CC566E097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269" y="4002930"/>
            <a:ext cx="3105717" cy="240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olly-O String Cheese Mozzarella Cheese Snacks, 24 ct Sticks in Bag individually wrapped">
            <a:extLst>
              <a:ext uri="{FF2B5EF4-FFF2-40B4-BE49-F238E27FC236}">
                <a16:creationId xmlns:a16="http://schemas.microsoft.com/office/drawing/2014/main" id="{3950A12A-0CB6-394D-8ED8-A5AE3575F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64" y="3318500"/>
            <a:ext cx="3133725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D7C818-CE3F-DB41-B865-BA65ED573138}"/>
              </a:ext>
            </a:extLst>
          </p:cNvPr>
          <p:cNvSpPr txBox="1"/>
          <p:nvPr/>
        </p:nvSpPr>
        <p:spPr>
          <a:xfrm>
            <a:off x="3332774" y="4027933"/>
            <a:ext cx="593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 spent $175 just on cheese</a:t>
            </a:r>
            <a:endParaRPr lang="en-US" sz="2400" b="1" u="sng" dirty="0">
              <a:solidFill>
                <a:srgbClr val="FF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2296D-910E-9D4B-8F42-4F6C80C836B9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5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New video on the @costco Animated Pumpkin Scarecrow is now live on my  channel! Channel link in bio, and video link on my story!! 🎃🎃🎃  #halloween #horrormovies #spirit #spirithalloween #contentcreator  #halloweeninfluencer #productnews #">
            <a:extLst>
              <a:ext uri="{FF2B5EF4-FFF2-40B4-BE49-F238E27FC236}">
                <a16:creationId xmlns:a16="http://schemas.microsoft.com/office/drawing/2014/main" id="{4B68CF3C-75DE-0A48-B4C6-C8A7B8D95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736" y="860138"/>
            <a:ext cx="5931639" cy="332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4A603D-73D5-0841-A5E9-132821B29D9D}"/>
              </a:ext>
            </a:extLst>
          </p:cNvPr>
          <p:cNvSpPr txBox="1"/>
          <p:nvPr/>
        </p:nvSpPr>
        <p:spPr>
          <a:xfrm>
            <a:off x="3339736" y="4797612"/>
            <a:ext cx="5931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 bought an Animated Pumpkin Scarecrow for </a:t>
            </a:r>
            <a:r>
              <a:rPr lang="en-US" sz="2400" b="1" u="sng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$129.97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A0B23-C9F1-8548-8F62-1D87AF8D3786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176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stcoguide - 4 lbs of Honeycrisp apples 🍎 $6.99 These are... | Facebook">
            <a:extLst>
              <a:ext uri="{FF2B5EF4-FFF2-40B4-BE49-F238E27FC236}">
                <a16:creationId xmlns:a16="http://schemas.microsoft.com/office/drawing/2014/main" id="{94C20801-D692-1242-B0BA-1CE126556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14" y="1452563"/>
            <a:ext cx="3952875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E06F-597C-174F-93F8-4ABF885BFF81}"/>
              </a:ext>
            </a:extLst>
          </p:cNvPr>
          <p:cNvSpPr txBox="1"/>
          <p:nvPr/>
        </p:nvSpPr>
        <p:spPr>
          <a:xfrm>
            <a:off x="5411424" y="1452562"/>
            <a:ext cx="593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How do you like </a:t>
            </a:r>
            <a:r>
              <a:rPr lang="en-US" sz="2400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THESE</a:t>
            </a:r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apples?</a:t>
            </a:r>
            <a:endParaRPr lang="en-US" sz="2400" b="1" u="sng" dirty="0">
              <a:solidFill>
                <a:srgbClr val="FF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A76B67-2F17-4C4E-933F-C9B0052D225A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EBC95-9E15-4545-995E-5E68B08D1833}"/>
              </a:ext>
            </a:extLst>
          </p:cNvPr>
          <p:cNvSpPr txBox="1"/>
          <p:nvPr/>
        </p:nvSpPr>
        <p:spPr>
          <a:xfrm>
            <a:off x="5682615" y="3970210"/>
            <a:ext cx="5660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Probably a lot. You bought them 13 times and spent </a:t>
            </a:r>
            <a:r>
              <a:rPr lang="en-US" sz="2400" b="1" u="sng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$75.87  </a:t>
            </a:r>
          </a:p>
        </p:txBody>
      </p:sp>
    </p:spTree>
    <p:extLst>
      <p:ext uri="{BB962C8B-B14F-4D97-AF65-F5344CB8AC3E}">
        <p14:creationId xmlns:p14="http://schemas.microsoft.com/office/powerpoint/2010/main" val="42833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4A603D-73D5-0841-A5E9-132821B29D9D}"/>
              </a:ext>
            </a:extLst>
          </p:cNvPr>
          <p:cNvSpPr txBox="1"/>
          <p:nvPr/>
        </p:nvSpPr>
        <p:spPr>
          <a:xfrm>
            <a:off x="3339736" y="4797612"/>
            <a:ext cx="593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You bought the Rao’s 2-Pack 5 times</a:t>
            </a:r>
            <a:r>
              <a:rPr lang="en-US" sz="2400" b="1" u="sng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A0B23-C9F1-8548-8F62-1D87AF8D3786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Rao's Homemade Marinara Sauce, 22 Ounce (2 Pack)">
            <a:extLst>
              <a:ext uri="{FF2B5EF4-FFF2-40B4-BE49-F238E27FC236}">
                <a16:creationId xmlns:a16="http://schemas.microsoft.com/office/drawing/2014/main" id="{97C416BA-465C-6C47-AE81-396DDEE73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848" y="682752"/>
            <a:ext cx="4075176" cy="407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0AC0A4-17C3-5A49-ABFF-826A54971AF9}"/>
              </a:ext>
            </a:extLst>
          </p:cNvPr>
          <p:cNvSpPr txBox="1"/>
          <p:nvPr/>
        </p:nvSpPr>
        <p:spPr>
          <a:xfrm>
            <a:off x="3339736" y="5259277"/>
            <a:ext cx="593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And it was on sale every time</a:t>
            </a:r>
            <a:endParaRPr lang="en-US" sz="2400" b="1" u="sng" dirty="0">
              <a:solidFill>
                <a:srgbClr val="FF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67351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97BB02-300F-F342-91F9-DE3C4B882F41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75B5E-B590-4D48-B1B1-0B26DD8DE8AC}"/>
              </a:ext>
            </a:extLst>
          </p:cNvPr>
          <p:cNvSpPr txBox="1"/>
          <p:nvPr/>
        </p:nvSpPr>
        <p:spPr>
          <a:xfrm>
            <a:off x="3169920" y="1042476"/>
            <a:ext cx="7008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Too bad the </a:t>
            </a:r>
            <a:r>
              <a:rPr lang="en-US" sz="2400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gas</a:t>
            </a:r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receipts weren’t all there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Because it would’ve been a lot</a:t>
            </a:r>
            <a:endParaRPr lang="en-US" sz="2400" b="1" dirty="0">
              <a:solidFill>
                <a:srgbClr val="FF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6146" name="Picture 2" descr="Gasoline | Costco">
            <a:extLst>
              <a:ext uri="{FF2B5EF4-FFF2-40B4-BE49-F238E27FC236}">
                <a16:creationId xmlns:a16="http://schemas.microsoft.com/office/drawing/2014/main" id="{416A275A-2BD2-7346-A0FA-F771CE19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999" y="2133600"/>
            <a:ext cx="6621929" cy="337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411623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97BB02-300F-F342-91F9-DE3C4B882F41}"/>
              </a:ext>
            </a:extLst>
          </p:cNvPr>
          <p:cNvSpPr/>
          <p:nvPr/>
        </p:nvSpPr>
        <p:spPr>
          <a:xfrm>
            <a:off x="1389888" y="448056"/>
            <a:ext cx="10107168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75B5E-B590-4D48-B1B1-0B26DD8DE8AC}"/>
              </a:ext>
            </a:extLst>
          </p:cNvPr>
          <p:cNvSpPr txBox="1"/>
          <p:nvPr/>
        </p:nvSpPr>
        <p:spPr>
          <a:xfrm>
            <a:off x="3477653" y="1042476"/>
            <a:ext cx="593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Same with the Food Court…</a:t>
            </a:r>
            <a:endParaRPr lang="en-US" sz="2400" b="1" dirty="0">
              <a:solidFill>
                <a:srgbClr val="FF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7172" name="Picture 4" descr="Every Costco Food Court Item, Ranked Worst To Best">
            <a:extLst>
              <a:ext uri="{FF2B5EF4-FFF2-40B4-BE49-F238E27FC236}">
                <a16:creationId xmlns:a16="http://schemas.microsoft.com/office/drawing/2014/main" id="{CDB9E8B4-E241-9046-809F-DA06843BB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040" y="1684260"/>
            <a:ext cx="7120129" cy="399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29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0AF763-B20D-2C42-B84E-BB574B746039}"/>
              </a:ext>
            </a:extLst>
          </p:cNvPr>
          <p:cNvSpPr/>
          <p:nvPr/>
        </p:nvSpPr>
        <p:spPr>
          <a:xfrm>
            <a:off x="1621536" y="448056"/>
            <a:ext cx="9387840" cy="59618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A2C98-9F13-5E4B-B88E-0BB107226259}"/>
              </a:ext>
            </a:extLst>
          </p:cNvPr>
          <p:cNvSpPr txBox="1"/>
          <p:nvPr/>
        </p:nvSpPr>
        <p:spPr>
          <a:xfrm>
            <a:off x="1844612" y="2192659"/>
            <a:ext cx="53522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1" i="1" dirty="0">
                <a:solidFill>
                  <a:srgbClr val="FF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The </a:t>
            </a:r>
          </a:p>
          <a:p>
            <a:pPr algn="r"/>
            <a:r>
              <a:rPr lang="en-US" sz="4400" b="1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End</a:t>
            </a:r>
            <a:endParaRPr lang="en-US" sz="4400" b="1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08459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{94C1BA04-3060-F748-85B3-7A55F1410DF7}tf10001122</Template>
  <TotalTime>5925</TotalTime>
  <Words>180</Words>
  <Application>Microsoft Macintosh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FUTURA MEDIUM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Clements</dc:creator>
  <cp:lastModifiedBy>Keith Clements</cp:lastModifiedBy>
  <cp:revision>26</cp:revision>
  <dcterms:created xsi:type="dcterms:W3CDTF">2024-12-18T21:50:05Z</dcterms:created>
  <dcterms:modified xsi:type="dcterms:W3CDTF">2025-10-01T23:48:35Z</dcterms:modified>
</cp:coreProperties>
</file>